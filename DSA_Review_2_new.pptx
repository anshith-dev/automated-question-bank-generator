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12B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54864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5852160"/>
            <a:ext cx="3108960" cy="3108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QUESTION BANK GENERATOR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for Automatic Generation and Categorization of Examination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37947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49040" y="37947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4105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ROLL NUMBERS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410565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2510030096 — Akasapu Venkata Sai Chaitanya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441655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2510030153 — Nalla Rishivardhan Reddy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47274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2510030327 — Chengal Anshith Reddy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503834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2510030366 — Mohammed Affan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349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SUPERVISOR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53492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Sumalakshmi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56601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566013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59710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59710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98448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36585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2668" y="15681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2668" y="15681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89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1682496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question papers manually takes significant faculty 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298448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36585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0508" y="15681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50508" y="15681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389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level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1682496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maintain consistent difficulty across questions.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23744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36585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2668" y="27934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" y="27934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6151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71600" y="29077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often repeat since they draw on the same concepts.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523744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36585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0508" y="27934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27934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6151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organization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9440" y="29077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organize by topic, keyword, and marks.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36585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" y="40187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" y="40187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3840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variety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41330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 to create multiple sets without repetition.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749040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36585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0508" y="40187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350508" y="40187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3840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extraction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49440" y="41330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concepts from textbooks takes real effort.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992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23436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99262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PROBLEM 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automatically extract important concepts from study material and generate a categorized question bank using efficient algorithms and data structures?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76072" y="15727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15568" y="2130552"/>
            <a:ext cx="10497312" cy="0"/>
          </a:xfrm>
          <a:prstGeom prst="line">
            <a:avLst/>
          </a:prstGeom>
          <a:noFill/>
          <a:ln w="12700">
            <a:solidFill>
              <a:srgbClr val="D7E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508760"/>
            <a:ext cx="104424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important concepts and keywords from textbooks or study materials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6072" y="2194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15568" y="2752344"/>
            <a:ext cx="10497312" cy="0"/>
          </a:xfrm>
          <a:prstGeom prst="line">
            <a:avLst/>
          </a:prstGeom>
          <a:noFill/>
          <a:ln w="12700">
            <a:solidFill>
              <a:srgbClr val="D7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130552"/>
            <a:ext cx="104424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questions from the extracted concepts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6072" y="28163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15568" y="3374136"/>
            <a:ext cx="10497312" cy="0"/>
          </a:xfrm>
          <a:prstGeom prst="line">
            <a:avLst/>
          </a:prstGeom>
          <a:noFill/>
          <a:ln w="12700">
            <a:solidFill>
              <a:srgbClr val="D7E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752344"/>
            <a:ext cx="104424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questions by topic, difficulty, question type, and marks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76072" y="34381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15568" y="3995928"/>
            <a:ext cx="10497312" cy="0"/>
          </a:xfrm>
          <a:prstGeom prst="line">
            <a:avLst/>
          </a:prstGeom>
          <a:noFill/>
          <a:ln w="12700">
            <a:solidFill>
              <a:srgbClr val="D7E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374136"/>
            <a:ext cx="104424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duplicate or highly similar questions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76072" y="405993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15568" y="4617720"/>
            <a:ext cx="10497312" cy="0"/>
          </a:xfrm>
          <a:prstGeom prst="line">
            <a:avLst/>
          </a:prstGeom>
          <a:noFill/>
          <a:ln w="12700">
            <a:solidFill>
              <a:srgbClr val="D7E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995928"/>
            <a:ext cx="104424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DSA techniques to efficiently search, match, sort, and organize questions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76072" y="46817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4681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15568" y="5239512"/>
            <a:ext cx="10497312" cy="0"/>
          </a:xfrm>
          <a:prstGeom prst="line">
            <a:avLst/>
          </a:prstGeom>
          <a:noFill/>
          <a:ln w="12700">
            <a:solidFill>
              <a:srgbClr val="D7E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617720"/>
            <a:ext cx="104424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easy-to-use question bank for faculty and students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76072" y="5303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15568" y="5861304"/>
            <a:ext cx="10497312" cy="0"/>
          </a:xfrm>
          <a:prstGeom prst="line">
            <a:avLst/>
          </a:prstGeom>
          <a:noFill/>
          <a:ln w="12700">
            <a:solidFill>
              <a:srgbClr val="D7E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5239512"/>
            <a:ext cx="104424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question sets automatically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question banks rely on manual question writing, copying from previous papers, manual textbook searches, basic document repositories, and manual categorization.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3291840"/>
        </p:xfrm>
        <a:graphic>
          <a:graphicData uri="http://schemas.openxmlformats.org/drawingml/2006/table">
            <a:tbl>
              <a:tblPr/>
              <a:tblGrid>
                <a:gridCol w="5852160"/>
                <a:gridCol w="521208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question creation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Time-consuming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question papers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keyword extraction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for large documents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categorization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duplicate checking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question banks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343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require significant human effort and have limited automation.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Question Bank Generator automatically processes study material and creates an organized question bank.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6364" y="1627632"/>
            <a:ext cx="1444752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" y="1627632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52828" y="1627632"/>
            <a:ext cx="173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08276" y="1627632"/>
            <a:ext cx="1444752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208276" y="1627632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34740" y="1627632"/>
            <a:ext cx="173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90188" y="1627632"/>
            <a:ext cx="1444752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790188" y="1627632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6652" y="1627632"/>
            <a:ext cx="173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72100" y="1627632"/>
            <a:ext cx="1444752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72100" y="1627632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98564" y="1627632"/>
            <a:ext cx="173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54012" y="1627632"/>
            <a:ext cx="1444752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954012" y="1627632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Categori-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80476" y="1627632"/>
            <a:ext cx="173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35924" y="1627632"/>
            <a:ext cx="1444752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535924" y="1627632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2388" y="1627632"/>
            <a:ext cx="173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17836" y="1627632"/>
            <a:ext cx="1444752" cy="777240"/>
          </a:xfrm>
          <a:prstGeom prst="roundRect">
            <a:avLst>
              <a:gd name="adj" fmla="val 7059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7836" y="1627632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06324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Text/document input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23360" y="3063240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06324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Keyword extraction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739896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73989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Important concept identification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23360" y="3739896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373989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Question generation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416552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1655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Difficulty classification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23360" y="4416552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441655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Topic-wise categorization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093208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0932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detection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5093208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0932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Question searching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769864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76986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Question sorting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23360" y="5769864"/>
            <a:ext cx="3246120" cy="475488"/>
          </a:xfrm>
          <a:prstGeom prst="roundRect">
            <a:avLst>
              <a:gd name="adj" fmla="val 40385"/>
            </a:avLst>
          </a:prstGeom>
          <a:solidFill>
            <a:srgbClr val="F4FAF9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576986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Question paper generation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818120" y="30175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023436"/>
          </a:solidFill>
          <a:ln/>
        </p:spPr>
      </p:sp>
      <p:sp>
        <p:nvSpPr>
          <p:cNvPr id="47" name="Text 45"/>
          <p:cNvSpPr/>
          <p:nvPr/>
        </p:nvSpPr>
        <p:spPr>
          <a:xfrm>
            <a:off x="8092440" y="32004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92440" y="35204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concept: Binary Search Tree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092440" y="4023360"/>
            <a:ext cx="32461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Binary Search Tree?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properties of a Binary Search Tree.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BST for the given sequence.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BST and Binary Tree.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time complexity of BST operations.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Generator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072384" y="1161288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3072384" y="116128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 (PDF / TXT / DOC)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07024" y="169164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72384" y="1837944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12B2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837944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 — Cleaning &amp; Tokenizing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07024" y="23682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72384" y="2514600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12B2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251460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Keyword Extraction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07024" y="304495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72384" y="3191256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12B2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2384" y="3191256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07024" y="372160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72384" y="3867912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12B2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72384" y="3867912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— Topic / Difficulty / Marks / Type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07024" y="4398264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72384" y="4544568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12B2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454456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07024" y="507492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72384" y="5221224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12B2D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2384" y="5221224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07024" y="575157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72384" y="5897880"/>
            <a:ext cx="6035040" cy="530352"/>
          </a:xfrm>
          <a:prstGeom prst="roundRect">
            <a:avLst>
              <a:gd name="adj" fmla="val 12069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072384" y="589788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Sort / Question Paper Generation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4416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44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2984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4767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1832" y="19019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Study Material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55117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51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41832" y="250545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Document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54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1832" y="3108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712464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5818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" y="371246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315968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3616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61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1832" y="43159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919472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9651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1832" y="491947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Concept Extraction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522976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56869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5568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41832" y="55229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Important Topics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71800" y="13441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2971800" y="1344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10712" y="12984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Questions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71800" y="1901952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94767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2971800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10712" y="19019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Questions — Easy / Medium / Hard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71800" y="2505456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71800" y="255117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2971800" y="2551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410712" y="250545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 Questions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71800" y="3108960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71800" y="3154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Text 46"/>
          <p:cNvSpPr/>
          <p:nvPr/>
        </p:nvSpPr>
        <p:spPr>
          <a:xfrm>
            <a:off x="2971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10712" y="3108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Questions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71800" y="3712464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71800" y="375818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2" name="Text 50"/>
          <p:cNvSpPr/>
          <p:nvPr/>
        </p:nvSpPr>
        <p:spPr>
          <a:xfrm>
            <a:off x="297180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410712" y="371246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/ Search / Filter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71800" y="4315968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43616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6" name="Text 54"/>
          <p:cNvSpPr/>
          <p:nvPr/>
        </p:nvSpPr>
        <p:spPr>
          <a:xfrm>
            <a:off x="2971800" y="4361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410712" y="43159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Question Bank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971800" y="4919472"/>
            <a:ext cx="2331720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71800" y="496519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Text 58"/>
          <p:cNvSpPr/>
          <p:nvPr/>
        </p:nvSpPr>
        <p:spPr>
          <a:xfrm>
            <a:off x="297180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410712" y="491947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532120" y="1353312"/>
            <a:ext cx="6126480" cy="4892040"/>
          </a:xfrm>
          <a:prstGeom prst="roundRect">
            <a:avLst>
              <a:gd name="adj" fmla="val 1495"/>
            </a:avLst>
          </a:prstGeom>
          <a:solidFill>
            <a:srgbClr val="023436"/>
          </a:solidFill>
          <a:ln/>
        </p:spPr>
      </p:sp>
      <p:sp>
        <p:nvSpPr>
          <p:cNvPr id="63" name="Text 61"/>
          <p:cNvSpPr/>
          <p:nvPr/>
        </p:nvSpPr>
        <p:spPr>
          <a:xfrm>
            <a:off x="5897880" y="16733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605272" y="226771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65" name="Text 63"/>
          <p:cNvSpPr/>
          <p:nvPr/>
        </p:nvSpPr>
        <p:spPr>
          <a:xfrm>
            <a:off x="5605272" y="2267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976872" y="2267712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141464" y="226771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8" name="Text 66"/>
          <p:cNvSpPr/>
          <p:nvPr/>
        </p:nvSpPr>
        <p:spPr>
          <a:xfrm>
            <a:off x="7141464" y="2267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513064" y="2267712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677656" y="226771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1" name="Text 69"/>
          <p:cNvSpPr/>
          <p:nvPr/>
        </p:nvSpPr>
        <p:spPr>
          <a:xfrm>
            <a:off x="8677656" y="2267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0049256" y="2267712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213848" y="226771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4" name="Text 72"/>
          <p:cNvSpPr/>
          <p:nvPr/>
        </p:nvSpPr>
        <p:spPr>
          <a:xfrm>
            <a:off x="10213848" y="2267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605272" y="298094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6" name="Text 74"/>
          <p:cNvSpPr/>
          <p:nvPr/>
        </p:nvSpPr>
        <p:spPr>
          <a:xfrm>
            <a:off x="5605272" y="2980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976872" y="298094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41464" y="298094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9" name="Text 77"/>
          <p:cNvSpPr/>
          <p:nvPr/>
        </p:nvSpPr>
        <p:spPr>
          <a:xfrm>
            <a:off x="7141464" y="2980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8513064" y="298094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677656" y="298094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82" name="Text 80"/>
          <p:cNvSpPr/>
          <p:nvPr/>
        </p:nvSpPr>
        <p:spPr>
          <a:xfrm>
            <a:off x="8677656" y="2980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049256" y="298094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0213848" y="298094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5" name="Text 83"/>
          <p:cNvSpPr/>
          <p:nvPr/>
        </p:nvSpPr>
        <p:spPr>
          <a:xfrm>
            <a:off x="10213848" y="2980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897880" y="354787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narrows raw study material down to a validated, organized question bank ready for search, sorting, and paper generation.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Generator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Implemented &amp; DSA Functions Used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5257800"/>
        </p:xfrm>
        <a:graphic>
          <a:graphicData uri="http://schemas.openxmlformats.org/drawingml/2006/table">
            <a:tbl>
              <a:tblPr/>
              <a:tblGrid>
                <a:gridCol w="502920"/>
                <a:gridCol w="2606040"/>
                <a:gridCol w="3776472"/>
                <a:gridCol w="4389120"/>
              </a:tblGrid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and preprocess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Strings, Arrays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important words/concepts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Table, Sorting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concepts and phrases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KMP / Rabin-Karp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questions from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Strings, Templates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Categorization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questions by topic/type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Table, Linked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Easy/Medium/Hard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logic, Sorting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repeated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Matching, Hashing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Searching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questions by keyword/topic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/ Hashing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Sorting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by difficulty/marks/topic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 / Quick Sort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Paper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required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Arrays, Greedy / Backtracking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Bank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7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and manage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2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 / Linked Lists / Hash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Generator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23436"/>
                </a:solidFill>
                <a:latin typeface="Cambria"/>
              </a:rPr>
              <a:t>DSA Techniques — Where They're Used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4572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5257798"/>
        </p:xfrm>
        <a:graphic>
          <a:graphicData uri="http://schemas.openxmlformats.org/drawingml/2006/table">
            <a:tbl>
              <a:tblPr firstRow="0" bandRow="0"/>
              <a:tblGrid>
                <a:gridCol w="502920"/>
                <a:gridCol w="2200000"/>
                <a:gridCol w="3800000"/>
                <a:gridCol w="4771632"/>
              </a:tblGrid>
              <a:tr h="751114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DSA / Technique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Used In (Situation)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75111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Arrays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Storing tokenized text, question lists, and paper selections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Holds ordered, indexed elements for fast sequential access and iteration.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75111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Strings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Reading study material and building question text/templates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Represents and manipulates character sequences for parsing and text generation.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75111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Hash Table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Keyword extraction, categorization, duplicate checks, and search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Maps keys (words, topics) to values for near constant-time insert and lookup.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75111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Sorting (Merge/Quick Sort)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Ranking keywords and ordering the bank by difficulty, marks, or topic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Arranges elements by a chosen criterion in O(n log n) time for ordered results.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75111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KMP / Rabin-Karp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Locating concept phrases and keywords inside long documents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Pattern-matching algorithms that find a substring in text in linear time, avoiding re-scans.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75111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Linked List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Grouping questions dynamically under a topic as the bank grows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Chains nodes together so items can be inserted or removed without shifting the rest.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7472"/>
                </a:solidFill>
                <a:latin typeface="Calibri"/>
              </a:rPr>
              <a:t>Automated Question Bank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7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23436"/>
                </a:solidFill>
                <a:latin typeface="Cambria"/>
              </a:rPr>
              <a:t>DSA Techniques — Where They're Used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4572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5257800"/>
        </p:xfrm>
        <a:graphic>
          <a:graphicData uri="http://schemas.openxmlformats.org/drawingml/2006/table">
            <a:tbl>
              <a:tblPr firstRow="0" bandRow="0"/>
              <a:tblGrid>
                <a:gridCol w="502920"/>
                <a:gridCol w="2200000"/>
                <a:gridCol w="3800000"/>
                <a:gridCol w="4771632"/>
              </a:tblGrid>
              <a:tr h="87630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DSA / Technique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Used In (Situation)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101600" marR="101600" marT="38100" marB="38100" anchor="ctr">
                    <a:solidFill>
                      <a:srgbClr val="028090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Rule-based Logic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Assigning Easy / Medium / Hard difficulty labels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Applies predefined conditions, such as sentence length or keyword complexity, to classify a question.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Binary Search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Looking up a question by keyword or topic in a sorted bank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Repeatedly halves a sorted search space to find a target in O(log n) time.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String Matching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Comparing new questions against existing ones to flag duplicates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Checks whether two text sequences are identical or highly similar to prevent repetition.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Greedy Algorithm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Quickly assembling a question paper within mark and topic limits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Picks the locally best-fitting question at each step to build a solution fast.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  <a:tr h="8763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A89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23436"/>
                          </a:solidFill>
                          <a:latin typeface="Calibri"/>
                        </a:rPr>
                        <a:t>Backtracking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5B7472"/>
                          </a:solidFill>
                          <a:latin typeface="Calibri"/>
                        </a:rPr>
                        <a:t>Generating a valid paper when a greedy pick breaks a constraint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023436"/>
                          </a:solidFill>
                          <a:latin typeface="Calibri"/>
                        </a:rPr>
                        <a:t>Tries a candidate choice and undoes it if it breaks a rule, trying alternatives until a valid set is found.</a:t>
                      </a:r>
                    </a:p>
                  </a:txBody>
                  <a:tcPr marL="101600" marR="101600" marT="38100" marB="38100" anchor="ctr">
                    <a:solidFill>
                      <a:srgbClr val="F4FAF9"/>
                    </a:solidFill>
                    <a:lnL w="12700" cap="flat" cmpd="sng" algn="ctr">
                      <a:solidFill>
                        <a:srgbClr val="D7E9E6"/>
                      </a:solidFill>
                      <a:prstDash val="solid"/>
                    </a:lnL>
                    <a:lnR w="12700" cap="flat" cmpd="sng" algn="ctr">
                      <a:solidFill>
                        <a:srgbClr val="D7E9E6"/>
                      </a:solidFill>
                      <a:prstDash val="solid"/>
                    </a:lnR>
                    <a:lnT w="12700" cap="flat" cmpd="sng" algn="ctr">
                      <a:solidFill>
                        <a:srgbClr val="D7E9E6"/>
                      </a:solidFill>
                      <a:prstDash val="solid"/>
                    </a:lnT>
                    <a:lnB w="12700" cap="flat" cmpd="sng" algn="ctr">
                      <a:solidFill>
                        <a:srgbClr val="D7E9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7472"/>
                </a:solidFill>
                <a:latin typeface="Calibri"/>
              </a:rPr>
              <a:t>Automated Question Bank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7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2026-08-17T05:41:26Z</dcterms:created>
  <dcterms:modified xsi:type="dcterms:W3CDTF">2026-08-17T05:41:26Z</dcterms:modified>
</cp:coreProperties>
</file>